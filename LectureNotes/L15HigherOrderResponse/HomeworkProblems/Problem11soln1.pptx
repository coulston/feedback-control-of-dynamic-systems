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387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B365-71C5-4651-9F03-2E8B44B63F8E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ED79-1AF8-453B-9ED6-50748D795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7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B365-71C5-4651-9F03-2E8B44B63F8E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ED79-1AF8-453B-9ED6-50748D795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05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B365-71C5-4651-9F03-2E8B44B63F8E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ED79-1AF8-453B-9ED6-50748D795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1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B365-71C5-4651-9F03-2E8B44B63F8E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ED79-1AF8-453B-9ED6-50748D795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49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B365-71C5-4651-9F03-2E8B44B63F8E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ED79-1AF8-453B-9ED6-50748D795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86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B365-71C5-4651-9F03-2E8B44B63F8E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ED79-1AF8-453B-9ED6-50748D795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35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B365-71C5-4651-9F03-2E8B44B63F8E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ED79-1AF8-453B-9ED6-50748D795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97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B365-71C5-4651-9F03-2E8B44B63F8E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ED79-1AF8-453B-9ED6-50748D795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70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B365-71C5-4651-9F03-2E8B44B63F8E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ED79-1AF8-453B-9ED6-50748D795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8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B365-71C5-4651-9F03-2E8B44B63F8E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ED79-1AF8-453B-9ED6-50748D795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35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B365-71C5-4651-9F03-2E8B44B63F8E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ED79-1AF8-453B-9ED6-50748D795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92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9B365-71C5-4651-9F03-2E8B44B63F8E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2ED79-1AF8-453B-9ED6-50748D795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2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84" y="228600"/>
            <a:ext cx="7923634" cy="6400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990600" y="-76200"/>
            <a:ext cx="2938604" cy="2514600"/>
            <a:chOff x="1219200" y="-76200"/>
            <a:chExt cx="2938604" cy="2514600"/>
          </a:xfrm>
        </p:grpSpPr>
        <p:pic>
          <p:nvPicPr>
            <p:cNvPr id="1033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-76200"/>
              <a:ext cx="2938604" cy="23749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2252804" y="2176790"/>
              <a:ext cx="106680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 smtClean="0"/>
                <a:t>Time (seconds)</a:t>
              </a:r>
              <a:endParaRPr lang="en-US" sz="1100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309796" y="2392689"/>
            <a:ext cx="2938604" cy="2560311"/>
            <a:chOff x="3309796" y="2273299"/>
            <a:chExt cx="2938604" cy="2560311"/>
          </a:xfrm>
        </p:grpSpPr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9796" y="2273299"/>
              <a:ext cx="2938604" cy="23749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TextBox 13"/>
            <p:cNvSpPr txBox="1"/>
            <p:nvPr/>
          </p:nvSpPr>
          <p:spPr>
            <a:xfrm>
              <a:off x="4343400" y="4572000"/>
              <a:ext cx="106680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 smtClean="0"/>
                <a:t>Time (seconds)</a:t>
              </a:r>
              <a:endParaRPr lang="en-US" sz="11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715000" y="-52062"/>
            <a:ext cx="2932257" cy="2566662"/>
            <a:chOff x="5715000" y="4267200"/>
            <a:chExt cx="2932257" cy="2566662"/>
          </a:xfrm>
        </p:grpSpPr>
        <p:pic>
          <p:nvPicPr>
            <p:cNvPr id="1032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4267200"/>
              <a:ext cx="2932257" cy="23939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6781800" y="6572252"/>
              <a:ext cx="106680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 smtClean="0"/>
                <a:t>Time (seconds)</a:t>
              </a:r>
              <a:endParaRPr lang="en-US" sz="1100" dirty="0"/>
            </a:p>
          </p:txBody>
        </p:sp>
      </p:grpSp>
      <p:sp>
        <p:nvSpPr>
          <p:cNvPr id="9" name="Left Arrow 8"/>
          <p:cNvSpPr/>
          <p:nvPr/>
        </p:nvSpPr>
        <p:spPr>
          <a:xfrm rot="1309781">
            <a:off x="3454015" y="1517710"/>
            <a:ext cx="487755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Arrow 19"/>
          <p:cNvSpPr/>
          <p:nvPr/>
        </p:nvSpPr>
        <p:spPr>
          <a:xfrm rot="20290219" flipH="1">
            <a:off x="5587615" y="1517710"/>
            <a:ext cx="487755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Arrow 20"/>
          <p:cNvSpPr/>
          <p:nvPr/>
        </p:nvSpPr>
        <p:spPr>
          <a:xfrm rot="5400000" flipH="1">
            <a:off x="4529881" y="2115847"/>
            <a:ext cx="487755" cy="228600"/>
          </a:xfrm>
          <a:prstGeom prst="leftArrow">
            <a:avLst/>
          </a:prstGeom>
          <a:solidFill>
            <a:srgbClr val="00B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0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Johnson</dc:creator>
  <cp:lastModifiedBy>Kathryn Johnson</cp:lastModifiedBy>
  <cp:revision>2</cp:revision>
  <cp:lastPrinted>2016-09-26T21:32:50Z</cp:lastPrinted>
  <dcterms:created xsi:type="dcterms:W3CDTF">2016-09-26T21:22:38Z</dcterms:created>
  <dcterms:modified xsi:type="dcterms:W3CDTF">2016-09-26T21:34:07Z</dcterms:modified>
</cp:coreProperties>
</file>