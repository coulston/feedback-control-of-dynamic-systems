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"/>
  </p:notesMasterIdLst>
  <p:handoutMasterIdLst>
    <p:handoutMasterId r:id="rId6"/>
  </p:handoutMasterIdLst>
  <p:sldIdLst>
    <p:sldId id="257" r:id="rId2"/>
    <p:sldId id="270" r:id="rId3"/>
    <p:sldId id="269" r:id="rId4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27: Bode Plots IV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Review: Systematic method for plotting Bode 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Step 1: </a:t>
            </a:r>
            <a:r>
              <a:rPr lang="en-US" dirty="0" smtClean="0"/>
              <a:t>TF </a:t>
            </a:r>
            <a:r>
              <a:rPr lang="en-US" dirty="0" smtClean="0">
                <a:sym typeface="Wingdings" panose="05000000000000000000" pitchFamily="2" charset="2"/>
              </a:rPr>
              <a:t> B</a:t>
            </a:r>
            <a:r>
              <a:rPr lang="en-US" dirty="0" smtClean="0"/>
              <a:t>ode </a:t>
            </a:r>
            <a:r>
              <a:rPr lang="en-US" dirty="0" smtClean="0"/>
              <a:t>form:</a:t>
            </a:r>
          </a:p>
          <a:p>
            <a:endParaRPr lang="en-US" dirty="0"/>
          </a:p>
          <a:p>
            <a:r>
              <a:rPr lang="en-US" dirty="0" smtClean="0"/>
              <a:t>Step 2: </a:t>
            </a:r>
            <a:r>
              <a:rPr lang="en-US" dirty="0" smtClean="0"/>
              <a:t>Create table </a:t>
            </a:r>
            <a:r>
              <a:rPr lang="en-US" dirty="0" smtClean="0"/>
              <a:t>of important info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Step 3: Find low frequency values of magnitude &amp; phase </a:t>
            </a:r>
            <a:r>
              <a:rPr lang="en-US" dirty="0" smtClean="0"/>
              <a:t>(L27 example: </a:t>
            </a:r>
            <a:r>
              <a:rPr lang="en-US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 rad/s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 = j</a:t>
            </a:r>
            <a:r>
              <a:rPr lang="en-US" dirty="0" smtClean="0"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Step 4: Sketch </a:t>
            </a:r>
            <a:r>
              <a:rPr lang="en-US" dirty="0" smtClean="0">
                <a:sym typeface="Wingdings" panose="05000000000000000000" pitchFamily="2" charset="2"/>
              </a:rPr>
              <a:t>magnitude plot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Step 5: Mark on phase plot where slope is non-zero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Step 6: Sketch phase plot, starting from lowest frequencies and adding non-zero slopes when within range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962401" y="990600"/>
            <a:ext cx="3587118" cy="947737"/>
            <a:chOff x="3505200" y="990600"/>
            <a:chExt cx="3749351" cy="9906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3505200" y="990600"/>
              <a:ext cx="3733800" cy="94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10" t="50000"/>
            <a:stretch/>
          </p:blipFill>
          <p:spPr bwMode="auto">
            <a:xfrm>
              <a:off x="4114800" y="1033462"/>
              <a:ext cx="3139751" cy="947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2" y="2209800"/>
            <a:ext cx="7162798" cy="138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448113"/>
              </p:ext>
            </p:extLst>
          </p:nvPr>
        </p:nvGraphicFramePr>
        <p:xfrm>
          <a:off x="2698751" y="4363646"/>
          <a:ext cx="4159250" cy="741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5" imgW="2577960" imgH="457200" progId="Equation.3">
                  <p:embed/>
                </p:oleObj>
              </mc:Choice>
              <mc:Fallback>
                <p:oleObj name="Equation" r:id="rId5" imgW="2577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1" y="4363646"/>
                        <a:ext cx="4159250" cy="741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119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Bode sketching: Quiz Yourself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1787525"/>
            <a:ext cx="8851900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 bwMode="auto">
          <a:xfrm>
            <a:off x="3200400" y="3733800"/>
            <a:ext cx="3505200" cy="6858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05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6462</TotalTime>
  <Pages>21</Pages>
  <Words>106</Words>
  <Application>Microsoft Office PowerPoint</Application>
  <PresentationFormat>On-screen Show (4:3)</PresentationFormat>
  <Paragraphs>19</Paragraphs>
  <Slides>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1_CSM</vt:lpstr>
      <vt:lpstr>Equation</vt:lpstr>
      <vt:lpstr>Lecture 27: Bode Plots IV</vt:lpstr>
      <vt:lpstr>Review: Systematic method for plotting Bode plots</vt:lpstr>
      <vt:lpstr>Bode sketching: Quiz Yourself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198</cp:revision>
  <cp:lastPrinted>2011-01-12T15:38:30Z</cp:lastPrinted>
  <dcterms:created xsi:type="dcterms:W3CDTF">2004-08-03T22:49:26Z</dcterms:created>
  <dcterms:modified xsi:type="dcterms:W3CDTF">2017-11-06T17:21:02Z</dcterms:modified>
</cp:coreProperties>
</file>