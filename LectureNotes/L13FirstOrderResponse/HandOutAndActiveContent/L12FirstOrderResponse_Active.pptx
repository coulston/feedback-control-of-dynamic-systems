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257" r:id="rId2"/>
    <p:sldId id="275" r:id="rId3"/>
  </p:sldIdLst>
  <p:sldSz cx="9144000" cy="6858000" type="screen4x3"/>
  <p:notesSz cx="9167813" cy="6950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491" y="3301761"/>
            <a:ext cx="6718832" cy="3126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80" tIns="44397" rIns="90380" bIns="44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9088" y="525463"/>
            <a:ext cx="3460750" cy="2597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5170" y="33781"/>
            <a:ext cx="3289786" cy="305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380" tIns="44397" rIns="90380" bIns="44397" anchor="ctr">
            <a:spAutoFit/>
          </a:bodyPr>
          <a:lstStyle/>
          <a:p>
            <a:pPr algn="l" defTabSz="913207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687139" y="6610335"/>
            <a:ext cx="387621" cy="309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380" tIns="44397" rIns="90380" bIns="44397" anchor="ctr">
            <a:spAutoFit/>
          </a:bodyPr>
          <a:lstStyle/>
          <a:p>
            <a:pPr algn="r" defTabSz="913207"/>
            <a:fld id="{183E808D-F99F-4B9D-8352-195EAC193A89}" type="slidenum">
              <a:rPr lang="en-US" sz="1400" b="0"/>
              <a:pPr algn="r" defTabSz="913207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25463"/>
            <a:ext cx="3462338" cy="259715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12: First Order Response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 turbine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48768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transfer function from wind speed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/>
              <a:t> [m/s] to rotational speed </a:t>
            </a:r>
            <a:r>
              <a:rPr lang="en-US" i="1" dirty="0" smtClean="0">
                <a:latin typeface="Symbol" panose="05050102010706020507" pitchFamily="18" charset="2"/>
              </a:rPr>
              <a:t>w</a:t>
            </a:r>
            <a:r>
              <a:rPr lang="en-US" dirty="0" smtClean="0"/>
              <a:t> [rpm] of a wind turbine is given </a:t>
            </a:r>
            <a:r>
              <a:rPr lang="en-US" dirty="0" smtClean="0"/>
              <a:t>by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690563" indent="-346075">
              <a:buFont typeface="+mj-lt"/>
              <a:buAutoNum type="alphaLcParenR"/>
            </a:pPr>
            <a:r>
              <a:rPr lang="en-US" dirty="0" smtClean="0"/>
              <a:t>Predict how long it will take for </a:t>
            </a:r>
            <a:r>
              <a:rPr lang="en-US" i="1" dirty="0">
                <a:latin typeface="Symbol" panose="05050102010706020507" pitchFamily="18" charset="2"/>
              </a:rPr>
              <a:t>w </a:t>
            </a:r>
            <a:r>
              <a:rPr lang="en-US" dirty="0" smtClean="0"/>
              <a:t>to go from 10% to 90% of its final value in response to a step change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/>
              <a:t>.</a:t>
            </a:r>
          </a:p>
          <a:p>
            <a:pPr marL="690563" indent="-346075">
              <a:buFont typeface="+mj-lt"/>
              <a:buAutoNum type="alphaLcParenR"/>
            </a:pPr>
            <a:r>
              <a:rPr lang="en-US" dirty="0" smtClean="0"/>
              <a:t>Predict when </a:t>
            </a:r>
            <a:r>
              <a:rPr lang="en-US" i="1" dirty="0">
                <a:latin typeface="Symbol" panose="05050102010706020507" pitchFamily="18" charset="2"/>
              </a:rPr>
              <a:t>w</a:t>
            </a:r>
            <a:r>
              <a:rPr lang="en-US" dirty="0" smtClean="0"/>
              <a:t> will reach within 1% of its final value and stay there in response to the same step change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/>
              <a:t>.</a:t>
            </a:r>
          </a:p>
          <a:p>
            <a:pPr marL="690563" indent="-346075">
              <a:buFont typeface="+mj-lt"/>
              <a:buAutoNum type="alphaLcParenR"/>
            </a:pPr>
            <a:r>
              <a:rPr lang="en-US" dirty="0" smtClean="0"/>
              <a:t>Use </a:t>
            </a:r>
            <a:r>
              <a:rPr lang="en-US" dirty="0" err="1" smtClean="0"/>
              <a:t>Matlab</a:t>
            </a:r>
            <a:r>
              <a:rPr lang="en-US" dirty="0" smtClean="0"/>
              <a:t> to confirm your answers.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143000"/>
            <a:ext cx="3505200" cy="4905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81225"/>
            <a:ext cx="275272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810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7577</TotalTime>
  <Pages>21</Pages>
  <Words>106</Words>
  <Application>Microsoft Office PowerPoint</Application>
  <PresentationFormat>On-screen Show (4:3)</PresentationFormat>
  <Paragraphs>13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1_CSM</vt:lpstr>
      <vt:lpstr>Lecture 12: First Order Response</vt:lpstr>
      <vt:lpstr>Wind turbine example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211</cp:revision>
  <cp:lastPrinted>2017-09-15T22:39:01Z</cp:lastPrinted>
  <dcterms:created xsi:type="dcterms:W3CDTF">2004-08-03T22:49:26Z</dcterms:created>
  <dcterms:modified xsi:type="dcterms:W3CDTF">2017-10-11T23:24:03Z</dcterms:modified>
</cp:coreProperties>
</file>