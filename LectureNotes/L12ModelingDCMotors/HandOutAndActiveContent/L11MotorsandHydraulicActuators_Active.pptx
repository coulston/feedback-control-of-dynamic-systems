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"/>
  </p:notesMasterIdLst>
  <p:handoutMasterIdLst>
    <p:handoutMasterId r:id="rId6"/>
  </p:handoutMasterIdLst>
  <p:sldIdLst>
    <p:sldId id="257" r:id="rId2"/>
    <p:sldId id="271" r:id="rId3"/>
    <p:sldId id="272" r:id="rId4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11: Motors and </a:t>
            </a:r>
            <a:r>
              <a:rPr lang="en-US" sz="3200" smtClean="0">
                <a:solidFill>
                  <a:schemeClr val="tx1"/>
                </a:solidFill>
              </a:rPr>
              <a:t>Hydraulic Actuators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Hydraulic actuators</a:t>
            </a:r>
            <a:endParaRPr lang="en-US" dirty="0"/>
          </a:p>
        </p:txBody>
      </p:sp>
      <p:pic>
        <p:nvPicPr>
          <p:cNvPr id="3076" name="Picture 4" descr="Image result for hydraulic actuator pi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4800600" cy="360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756" y="3200400"/>
            <a:ext cx="4136244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4592527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+mn-lt"/>
              </a:rPr>
              <a:t>http://www.gobizkorea.com/att/cat/hasuh/tp_html/img/hasuh_cat_919830_large_img1_2.jpg</a:t>
            </a:r>
          </a:p>
        </p:txBody>
      </p:sp>
    </p:spTree>
    <p:extLst>
      <p:ext uri="{BB962C8B-B14F-4D97-AF65-F5344CB8AC3E}">
        <p14:creationId xmlns:p14="http://schemas.microsoft.com/office/powerpoint/2010/main" val="36434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Hydraulic actuator block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 students to derive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from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11340"/>
            <a:ext cx="6553200" cy="187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343400"/>
            <a:ext cx="6553200" cy="187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 bwMode="auto">
          <a:xfrm>
            <a:off x="4419600" y="4038600"/>
            <a:ext cx="1447800" cy="123983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648200" y="5430830"/>
            <a:ext cx="2209800" cy="78263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143000" y="4191000"/>
            <a:ext cx="1828800" cy="123983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03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6487</TotalTime>
  <Pages>21</Pages>
  <Words>32</Words>
  <Application>Microsoft Office PowerPoint</Application>
  <PresentationFormat>On-screen Show (4:3)</PresentationFormat>
  <Paragraphs>8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1_CSM</vt:lpstr>
      <vt:lpstr>Lecture 11: Motors and Hydraulic Actuators</vt:lpstr>
      <vt:lpstr>Hydraulic actuators</vt:lpstr>
      <vt:lpstr>Hydraulic actuator block diagram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203</cp:revision>
  <cp:lastPrinted>2017-09-15T22:19:59Z</cp:lastPrinted>
  <dcterms:created xsi:type="dcterms:W3CDTF">2004-08-03T22:49:26Z</dcterms:created>
  <dcterms:modified xsi:type="dcterms:W3CDTF">2017-10-11T23:17:17Z</dcterms:modified>
</cp:coreProperties>
</file>