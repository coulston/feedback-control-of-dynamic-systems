
<file path=[Content_Types].xml><?xml version="1.0" encoding="utf-8"?>
<Types xmlns="http://schemas.openxmlformats.org/package/2006/content-types">
  <Override PartName="/docProps/core.xml" ContentType="application/vnd.openxmlformats-package.core-properties+xml"/>
  <Default Extension="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Default Extension="xml" ContentType="application/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Default Extension="bin" ContentType="application/vnd.openxmlformats-officedocument.presentationml.printerSettings"/>
  <Override PartName="/ppt/slides/slide1.xml" ContentType="application/vnd.openxmlformats-officedocument.presentationml.slide+xml"/>
  <Default Extension="jpeg" ContentType="image/jpeg"/>
  <Override PartName="/ppt/slideLayouts/slideLayout4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-1256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DDE9-9F35-9042-BACE-24D5B769B845}" type="datetimeFigureOut">
              <a:rPr lang="en-US" smtClean="0"/>
              <a:pPr/>
              <a:t>10/1/13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118D4-5A57-4142-B289-524DD1411D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DDE9-9F35-9042-BACE-24D5B769B845}" type="datetimeFigureOut">
              <a:rPr lang="en-US" smtClean="0"/>
              <a:pPr/>
              <a:t>10/1/13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118D4-5A57-4142-B289-524DD1411D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DDE9-9F35-9042-BACE-24D5B769B845}" type="datetimeFigureOut">
              <a:rPr lang="en-US" smtClean="0"/>
              <a:pPr/>
              <a:t>10/1/13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118D4-5A57-4142-B289-524DD1411D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DDE9-9F35-9042-BACE-24D5B769B845}" type="datetimeFigureOut">
              <a:rPr lang="en-US" smtClean="0"/>
              <a:pPr/>
              <a:t>10/1/13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118D4-5A57-4142-B289-524DD1411D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DDE9-9F35-9042-BACE-24D5B769B845}" type="datetimeFigureOut">
              <a:rPr lang="en-US" smtClean="0"/>
              <a:pPr/>
              <a:t>10/1/13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118D4-5A57-4142-B289-524DD1411D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DDE9-9F35-9042-BACE-24D5B769B845}" type="datetimeFigureOut">
              <a:rPr lang="en-US" smtClean="0"/>
              <a:pPr/>
              <a:t>10/1/13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118D4-5A57-4142-B289-524DD1411D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DDE9-9F35-9042-BACE-24D5B769B845}" type="datetimeFigureOut">
              <a:rPr lang="en-US" smtClean="0"/>
              <a:pPr/>
              <a:t>10/1/13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118D4-5A57-4142-B289-524DD1411D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DDE9-9F35-9042-BACE-24D5B769B845}" type="datetimeFigureOut">
              <a:rPr lang="en-US" smtClean="0"/>
              <a:pPr/>
              <a:t>10/1/13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118D4-5A57-4142-B289-524DD1411D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DDE9-9F35-9042-BACE-24D5B769B845}" type="datetimeFigureOut">
              <a:rPr lang="en-US" smtClean="0"/>
              <a:pPr/>
              <a:t>10/1/13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118D4-5A57-4142-B289-524DD1411D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DDE9-9F35-9042-BACE-24D5B769B845}" type="datetimeFigureOut">
              <a:rPr lang="en-US" smtClean="0"/>
              <a:pPr/>
              <a:t>10/1/13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118D4-5A57-4142-B289-524DD1411D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DDE9-9F35-9042-BACE-24D5B769B845}" type="datetimeFigureOut">
              <a:rPr lang="en-US" smtClean="0"/>
              <a:pPr/>
              <a:t>10/1/13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118D4-5A57-4142-B289-524DD1411D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B4DDE9-9F35-9042-BACE-24D5B769B845}" type="datetimeFigureOut">
              <a:rPr lang="en-US" smtClean="0"/>
              <a:pPr/>
              <a:t>10/1/13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0118D4-5A57-4142-B289-524DD1411D2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cmotor_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377" y="941410"/>
            <a:ext cx="4312664" cy="45843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31744" y="1657137"/>
            <a:ext cx="19762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</a:rPr>
              <a:t>Motor in housing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95311" y="3515007"/>
            <a:ext cx="7619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</a:rPr>
              <a:t>Rotor</a:t>
            </a:r>
            <a:endParaRPr lang="en-US" sz="2000" dirty="0">
              <a:solidFill>
                <a:schemeClr val="bg1"/>
              </a:solidFill>
            </a:endParaRPr>
          </a:p>
        </p:txBody>
      </p:sp>
      <p:cxnSp>
        <p:nvCxnSpPr>
          <p:cNvPr id="10" name="Straight Arrow Connector 9"/>
          <p:cNvCxnSpPr>
            <a:stCxn id="9" idx="2"/>
          </p:cNvCxnSpPr>
          <p:nvPr/>
        </p:nvCxnSpPr>
        <p:spPr>
          <a:xfrm rot="5400000">
            <a:off x="5085485" y="4069490"/>
            <a:ext cx="445199" cy="136452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597377" y="3509201"/>
            <a:ext cx="16298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</a:rPr>
              <a:t>Armature Coil</a:t>
            </a:r>
            <a:endParaRPr lang="en-US" sz="2000" dirty="0">
              <a:solidFill>
                <a:schemeClr val="bg1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 rot="16200000" flipH="1">
            <a:off x="2818188" y="3881056"/>
            <a:ext cx="445202" cy="372921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</Words>
  <Application>Microsoft Macintosh PowerPoint</Application>
  <PresentationFormat>On-screen Show (4:3)</PresentationFormat>
  <Paragraphs>3</Paragraphs>
  <Slides>1</Slides>
  <Notes>0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Company>Colorado School of Mines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Tyrone Vincent</dc:creator>
  <cp:lastModifiedBy>Tyrone Vincent</cp:lastModifiedBy>
  <cp:revision>2</cp:revision>
  <dcterms:created xsi:type="dcterms:W3CDTF">2013-10-02T02:12:12Z</dcterms:created>
  <dcterms:modified xsi:type="dcterms:W3CDTF">2013-10-02T02:14:42Z</dcterms:modified>
</cp:coreProperties>
</file>