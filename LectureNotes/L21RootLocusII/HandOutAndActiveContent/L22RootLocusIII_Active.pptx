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37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</a:t>
            </a:r>
            <a:r>
              <a:rPr lang="en-US" sz="3200" dirty="0" smtClean="0">
                <a:solidFill>
                  <a:schemeClr val="tx1"/>
                </a:solidFill>
              </a:rPr>
              <a:t>22: Root Locus III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lecture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</a:t>
            </a:r>
            <a:r>
              <a:rPr lang="en-US"/>
              <a:t>vimeo.com/187404307/b8a950222f </a:t>
            </a:r>
            <a:endParaRPr lang="en-US" smtClean="0"/>
          </a:p>
          <a:p>
            <a:pPr lvl="1"/>
            <a:r>
              <a:rPr lang="en-US" smtClean="0"/>
              <a:t>- </a:t>
            </a:r>
            <a:r>
              <a:rPr lang="en-US"/>
              <a:t>Lecture 22, PD control</a:t>
            </a:r>
          </a:p>
          <a:p>
            <a:endParaRPr lang="en-US" dirty="0"/>
          </a:p>
          <a:p>
            <a:r>
              <a:rPr lang="en-US" dirty="0" smtClean="0"/>
              <a:t>I made this video in Fall 2016; it could be used as part of a flipped class. Unfortunately, the Blackboard quiz was lost with the conversion to Canvas and would need to be re-created.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6508</TotalTime>
  <Pages>21</Pages>
  <Words>67</Words>
  <Application>Microsoft Office PowerPoint</Application>
  <PresentationFormat>On-screen Show (4:3)</PresentationFormat>
  <Paragraphs>9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1_CSM</vt:lpstr>
      <vt:lpstr>Lecture 22: Root Locus III</vt:lpstr>
      <vt:lpstr>Video lecture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212</cp:revision>
  <cp:lastPrinted>2011-01-12T15:38:30Z</cp:lastPrinted>
  <dcterms:created xsi:type="dcterms:W3CDTF">2004-08-03T22:49:26Z</dcterms:created>
  <dcterms:modified xsi:type="dcterms:W3CDTF">2017-10-12T03:00:44Z</dcterms:modified>
</cp:coreProperties>
</file>