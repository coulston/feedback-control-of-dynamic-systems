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70" r:id="rId4"/>
    <p:sldId id="271" r:id="rId5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23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1: Modeling Mechanical Systems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9" t="18451" r="38984" b="10972"/>
          <a:stretch/>
        </p:blipFill>
        <p:spPr bwMode="auto">
          <a:xfrm>
            <a:off x="2514600" y="1095115"/>
            <a:ext cx="5962650" cy="507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C:\Users\kjohnson\AppData\Local\Microsoft\Windows\Temporary Internet Files\Content.IE5\KE88DTPP\75288586_aa3745446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105400"/>
            <a:ext cx="1371514" cy="137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Quote of the Day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95400" y="6201614"/>
            <a:ext cx="7696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r"/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http://news.sciencemag.org/education/2014/05/lectures-arent-just-boring-theyre-ineffective-too-study-finds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1981200" y="1143001"/>
            <a:ext cx="7010400" cy="5032176"/>
          </a:xfrm>
          <a:prstGeom prst="wedgeRoundRectCallout">
            <a:avLst>
              <a:gd name="adj1" fmla="val -57817"/>
              <a:gd name="adj2" fmla="val 32928"/>
              <a:gd name="adj3" fmla="val 16667"/>
            </a:avLst>
          </a:prstGeom>
          <a:noFill/>
          <a:ln w="19050" cap="flat" cmpd="sng" algn="ctr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 rot="20559910">
            <a:off x="1351824" y="2815150"/>
            <a:ext cx="8091279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“Lectures </a:t>
            </a:r>
            <a:r>
              <a:rPr lang="en-US" sz="4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Aren't Just </a:t>
            </a:r>
            <a:endParaRPr lang="en-US" sz="4400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440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Boring</a:t>
            </a:r>
            <a:r>
              <a:rPr lang="en-US" sz="4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They're </a:t>
            </a:r>
            <a:r>
              <a:rPr lang="en-US" sz="440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Ineffective</a:t>
            </a:r>
            <a:r>
              <a:rPr lang="en-US" sz="4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endParaRPr lang="en-US" sz="4400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440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</a:t>
            </a:r>
            <a:r>
              <a:rPr lang="en-US" sz="4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Study </a:t>
            </a:r>
            <a:r>
              <a:rPr lang="en-US" sz="440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Finds”</a:t>
            </a:r>
            <a:endParaRPr lang="en-US" sz="44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07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Learning #1: “Quiz Yourself” example	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1625600"/>
            <a:ext cx="890905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695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Learning #2: Problem Setting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82000" cy="2438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Consider again the water skier example from earlier. </a:t>
            </a:r>
          </a:p>
          <a:p>
            <a:pPr lvl="1"/>
            <a:r>
              <a:rPr lang="en-US" dirty="0" smtClean="0"/>
              <a:t>Can you articulate a “problem” that you are being asked to solve as an engineer?</a:t>
            </a:r>
          </a:p>
          <a:p>
            <a:pPr lvl="1"/>
            <a:r>
              <a:rPr lang="en-US" dirty="0" smtClean="0"/>
              <a:t>Can you infer anything about the problem’s author by the way the problem is stated?</a:t>
            </a:r>
          </a:p>
          <a:p>
            <a:pPr lvl="1"/>
            <a:r>
              <a:rPr lang="en-US" dirty="0" smtClean="0"/>
              <a:t>How </a:t>
            </a:r>
            <a:r>
              <a:rPr lang="en-US" dirty="0"/>
              <a:t>could problem definition constrain or open opportunities for the solution? 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624723"/>
            <a:ext cx="7045325" cy="2852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60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6477</TotalTime>
  <Pages>21</Pages>
  <Words>111</Words>
  <Application>Microsoft Office PowerPoint</Application>
  <PresentationFormat>On-screen Show (4:3)</PresentationFormat>
  <Paragraphs>15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1_CSM</vt:lpstr>
      <vt:lpstr>Lecture 1: Modeling Mechanical Systems</vt:lpstr>
      <vt:lpstr>Quote of the Day</vt:lpstr>
      <vt:lpstr>Active Learning #1: “Quiz Yourself” example </vt:lpstr>
      <vt:lpstr>Active Learning #2: Problem Setting 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200</cp:revision>
  <cp:lastPrinted>2011-01-12T15:38:30Z</cp:lastPrinted>
  <dcterms:created xsi:type="dcterms:W3CDTF">2004-08-03T22:49:26Z</dcterms:created>
  <dcterms:modified xsi:type="dcterms:W3CDTF">2017-10-11T23:02:08Z</dcterms:modified>
</cp:coreProperties>
</file>